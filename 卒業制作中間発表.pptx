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3" r:id="rId1"/>
  </p:sldMasterIdLst>
  <p:sldIdLst>
    <p:sldId id="261" r:id="rId2"/>
    <p:sldId id="257" r:id="rId3"/>
    <p:sldId id="258" r:id="rId4"/>
    <p:sldId id="263" r:id="rId5"/>
    <p:sldId id="267" r:id="rId6"/>
    <p:sldId id="265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7668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1450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92611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632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6783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0953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1710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kumimoji="1" lang="ja-JP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16683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90001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3897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5909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A5A3473F-CB22-4ECF-829A-4C90F8B7E72D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0024481-47C1-4DA1-833E-209582D6343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6923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  <p:sldLayoutId id="2147483796" r:id="rId3"/>
    <p:sldLayoutId id="2147483797" r:id="rId4"/>
    <p:sldLayoutId id="2147483798" r:id="rId5"/>
    <p:sldLayoutId id="2147483799" r:id="rId6"/>
    <p:sldLayoutId id="2147483800" r:id="rId7"/>
    <p:sldLayoutId id="2147483801" r:id="rId8"/>
    <p:sldLayoutId id="2147483802" r:id="rId9"/>
    <p:sldLayoutId id="2147483803" r:id="rId10"/>
    <p:sldLayoutId id="214748380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BD2649-7089-2116-D742-C209FA2BE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6506" y="914399"/>
            <a:ext cx="9678988" cy="3673474"/>
          </a:xfrm>
        </p:spPr>
        <p:txBody>
          <a:bodyPr>
            <a:normAutofit/>
          </a:bodyPr>
          <a:lstStyle/>
          <a:p>
            <a:r>
              <a:rPr lang="ja-JP" altLang="en-US" sz="6600" b="1" dirty="0">
                <a:solidFill>
                  <a:schemeClr val="tx2"/>
                </a:solidFill>
                <a:latin typeface="Noto Serif JP Black" panose="02020200000000000000" pitchFamily="18" charset="-128"/>
                <a:ea typeface="Noto Serif JP Black" panose="02020200000000000000" pitchFamily="18" charset="-128"/>
              </a:rPr>
              <a:t>卒業制作中間発表</a:t>
            </a:r>
            <a:endParaRPr kumimoji="1" lang="ja-JP" altLang="en-US" sz="6600" b="1" dirty="0">
              <a:solidFill>
                <a:schemeClr val="tx2"/>
              </a:solidFill>
              <a:latin typeface="Noto Serif JP Black" panose="02020200000000000000" pitchFamily="18" charset="-128"/>
              <a:ea typeface="Noto Serif JP Black" panose="02020200000000000000" pitchFamily="18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3CF4C8A-823B-06CA-67FA-229998CF81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33796" y="4016372"/>
            <a:ext cx="5124407" cy="1143002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6000" b="1" dirty="0">
                <a:solidFill>
                  <a:schemeClr val="tx1">
                    <a:alpha val="80000"/>
                  </a:schemeClr>
                </a:solidFill>
                <a:latin typeface="HGS教科書体" panose="02020600000000000000" pitchFamily="18" charset="-128"/>
                <a:ea typeface="HGS教科書体" panose="02020600000000000000" pitchFamily="18" charset="-128"/>
              </a:rPr>
              <a:t>25054</a:t>
            </a:r>
            <a:r>
              <a:rPr kumimoji="1" lang="ja-JP" altLang="en-US" sz="6000" b="1" dirty="0">
                <a:solidFill>
                  <a:schemeClr val="tx1">
                    <a:alpha val="80000"/>
                  </a:schemeClr>
                </a:solidFill>
                <a:latin typeface="HGS教科書体" panose="02020600000000000000" pitchFamily="18" charset="-128"/>
                <a:ea typeface="HGS教科書体" panose="02020600000000000000" pitchFamily="18" charset="-128"/>
              </a:rPr>
              <a:t>　古賀匠</a:t>
            </a:r>
          </a:p>
        </p:txBody>
      </p:sp>
    </p:spTree>
    <p:extLst>
      <p:ext uri="{BB962C8B-B14F-4D97-AF65-F5344CB8AC3E}">
        <p14:creationId xmlns:p14="http://schemas.microsoft.com/office/powerpoint/2010/main" val="2111666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7FC1735-7661-B54E-C606-B8B5CE37FBA9}"/>
              </a:ext>
            </a:extLst>
          </p:cNvPr>
          <p:cNvSpPr/>
          <p:nvPr/>
        </p:nvSpPr>
        <p:spPr>
          <a:xfrm>
            <a:off x="457282" y="436879"/>
            <a:ext cx="11277435" cy="598424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060444E-58AF-8322-9776-96FFB609E821}"/>
              </a:ext>
            </a:extLst>
          </p:cNvPr>
          <p:cNvSpPr txBox="1"/>
          <p:nvPr/>
        </p:nvSpPr>
        <p:spPr>
          <a:xfrm>
            <a:off x="1099058" y="2286010"/>
            <a:ext cx="46413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目的 </a:t>
            </a:r>
            <a:r>
              <a:rPr kumimoji="1" lang="en-US" altLang="ja-JP" sz="3600" dirty="0"/>
              <a:t>: </a:t>
            </a:r>
            <a:r>
              <a:rPr lang="ja-JP" altLang="en-US" sz="3600" dirty="0"/>
              <a:t>久留米市を紹介したい理由は、豊かな自然や歴史・文化、おいしいご当地グルメなど、多くの魅力があるからです。</a:t>
            </a:r>
            <a:endParaRPr kumimoji="1" lang="ja-JP" altLang="en-US" sz="36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DA5B58-E71B-40CE-60F3-3B59A86E7235}"/>
              </a:ext>
            </a:extLst>
          </p:cNvPr>
          <p:cNvSpPr txBox="1"/>
          <p:nvPr/>
        </p:nvSpPr>
        <p:spPr>
          <a:xfrm>
            <a:off x="1210731" y="797779"/>
            <a:ext cx="859741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テーマ１　「久留米市の紹介」</a:t>
            </a:r>
          </a:p>
        </p:txBody>
      </p:sp>
      <p:pic>
        <p:nvPicPr>
          <p:cNvPr id="1026" name="Picture 2" descr="久留米市が熱い】観光したい！知りたい！住みたい！どんな魅力？ | もっと福岡－福岡観光・グルメ・お土産など情報サイト">
            <a:extLst>
              <a:ext uri="{FF2B5EF4-FFF2-40B4-BE49-F238E27FC236}">
                <a16:creationId xmlns:a16="http://schemas.microsoft.com/office/drawing/2014/main" id="{B3F0C016-42BF-9AEB-905B-E1C474B96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2371035"/>
            <a:ext cx="4996943" cy="3331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923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1EA411D-6E28-4C57-A156-E765F96CA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AD0080-888B-4F99-9CB6-DAD522FC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F13B21C-9EAE-4AEE-99C4-07E169E7B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9C9F99-4C18-0F4B-FC87-B02008381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570" y="705063"/>
            <a:ext cx="3675674" cy="5447874"/>
          </a:xfrm>
          <a:prstGeom prst="rect">
            <a:avLst/>
          </a:prstGeom>
        </p:spPr>
      </p:pic>
      <p:pic>
        <p:nvPicPr>
          <p:cNvPr id="5" name="図 4" descr="テキスト, 手紙">
            <a:extLst>
              <a:ext uri="{FF2B5EF4-FFF2-40B4-BE49-F238E27FC236}">
                <a16:creationId xmlns:a16="http://schemas.microsoft.com/office/drawing/2014/main" id="{4296A364-CE99-33C6-BCA1-4213AF2E0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682" y="2400951"/>
            <a:ext cx="3675674" cy="375198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F1B7EF-1475-4401-22FC-0C5C9F0EE513}"/>
              </a:ext>
            </a:extLst>
          </p:cNvPr>
          <p:cNvSpPr txBox="1"/>
          <p:nvPr/>
        </p:nvSpPr>
        <p:spPr>
          <a:xfrm>
            <a:off x="706859" y="705063"/>
            <a:ext cx="5009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ページ内容紹介</a:t>
            </a:r>
          </a:p>
        </p:txBody>
      </p:sp>
    </p:spTree>
    <p:extLst>
      <p:ext uri="{BB962C8B-B14F-4D97-AF65-F5344CB8AC3E}">
        <p14:creationId xmlns:p14="http://schemas.microsoft.com/office/powerpoint/2010/main" val="3557199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C3954-5FE6-B954-CD29-2FD248890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3D53003-5D30-54AD-1744-5E18C9FEDD4C}"/>
              </a:ext>
            </a:extLst>
          </p:cNvPr>
          <p:cNvSpPr/>
          <p:nvPr/>
        </p:nvSpPr>
        <p:spPr>
          <a:xfrm>
            <a:off x="457282" y="436879"/>
            <a:ext cx="11277435" cy="598424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ED0C998-99C8-C7E6-F4C6-2F9B862CA89F}"/>
              </a:ext>
            </a:extLst>
          </p:cNvPr>
          <p:cNvSpPr txBox="1"/>
          <p:nvPr/>
        </p:nvSpPr>
        <p:spPr>
          <a:xfrm>
            <a:off x="1521882" y="766858"/>
            <a:ext cx="942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4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entury Gothic" panose="020B0502020202020204"/>
                <a:ea typeface="ＭＳ ゴシック" panose="020B0609070205080204" pitchFamily="49" charset="-128"/>
                <a:cs typeface="+mn-cs"/>
              </a:rPr>
              <a:t>テーマ２　「地域別の食べ物紹介」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3B4871C-AAEA-4F7A-D90A-CB336C0DFDAF}"/>
              </a:ext>
            </a:extLst>
          </p:cNvPr>
          <p:cNvSpPr txBox="1"/>
          <p:nvPr/>
        </p:nvSpPr>
        <p:spPr>
          <a:xfrm>
            <a:off x="1265850" y="1987798"/>
            <a:ext cx="54864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地域別の食べ物を紹介したい理由は、その土地ならではの食材や伝統料理を知ってもらい、地域の魅力を感じてもらいたいからです。</a:t>
            </a:r>
            <a:endParaRPr kumimoji="1" lang="ja-JP" altLang="en-US" sz="4000" dirty="0"/>
          </a:p>
        </p:txBody>
      </p:sp>
      <p:pic>
        <p:nvPicPr>
          <p:cNvPr id="16" name="図 15" descr="皿の上にあるスープ">
            <a:extLst>
              <a:ext uri="{FF2B5EF4-FFF2-40B4-BE49-F238E27FC236}">
                <a16:creationId xmlns:a16="http://schemas.microsoft.com/office/drawing/2014/main" id="{F932AFC2-1DD1-650E-56E2-A52AD987A0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7428" y="2453571"/>
            <a:ext cx="4305095" cy="2855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222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4EA2E-E38E-1A4E-7683-F00C423A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CB6ECF1-2FF9-98A4-20DD-CD570C29E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7522B1-4030-9DBE-5C52-6AF71178E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6E94AF0-43C9-5474-2562-F5D453C90B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C00FDDE-781A-EC2B-9964-9C6DFC6CFE4F}"/>
              </a:ext>
            </a:extLst>
          </p:cNvPr>
          <p:cNvSpPr txBox="1"/>
          <p:nvPr/>
        </p:nvSpPr>
        <p:spPr>
          <a:xfrm>
            <a:off x="706859" y="705063"/>
            <a:ext cx="5009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ページ内容紹介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BE1732F-D8D1-C124-AA61-589B1F9300E4}"/>
              </a:ext>
            </a:extLst>
          </p:cNvPr>
          <p:cNvSpPr txBox="1"/>
          <p:nvPr/>
        </p:nvSpPr>
        <p:spPr>
          <a:xfrm>
            <a:off x="1243584" y="2305049"/>
            <a:ext cx="80101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九州や関東、東北など地域別のページを一つずつ作る。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71B74FA-6DA2-4222-0F41-68E925E99198}"/>
              </a:ext>
            </a:extLst>
          </p:cNvPr>
          <p:cNvSpPr txBox="1"/>
          <p:nvPr/>
        </p:nvSpPr>
        <p:spPr>
          <a:xfrm>
            <a:off x="1243584" y="4182034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オススメのお土産を紹介する</a:t>
            </a:r>
            <a:r>
              <a:rPr kumimoji="1" lang="ja-JP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623433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97FF504-AA08-694D-2396-AFD415DA45A9}"/>
              </a:ext>
            </a:extLst>
          </p:cNvPr>
          <p:cNvSpPr txBox="1"/>
          <p:nvPr/>
        </p:nvSpPr>
        <p:spPr>
          <a:xfrm>
            <a:off x="5276850" y="4240461"/>
            <a:ext cx="5905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ページのヘッダーを最初に作り、どのページにも使える基盤を作る。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A17A711-5FC6-1675-3783-665B61F249E3}"/>
              </a:ext>
            </a:extLst>
          </p:cNvPr>
          <p:cNvSpPr txBox="1"/>
          <p:nvPr/>
        </p:nvSpPr>
        <p:spPr>
          <a:xfrm>
            <a:off x="5276850" y="5408884"/>
            <a:ext cx="5905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自分が撮った写真などを貼り付けて、各ページごとに文字で説明する。</a:t>
            </a:r>
            <a:endParaRPr kumimoji="1" lang="en-US" altLang="ja-JP" sz="28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741F1A-FC0F-2423-078B-3F8E880F387B}"/>
              </a:ext>
            </a:extLst>
          </p:cNvPr>
          <p:cNvSpPr txBox="1"/>
          <p:nvPr/>
        </p:nvSpPr>
        <p:spPr>
          <a:xfrm>
            <a:off x="5276850" y="240884"/>
            <a:ext cx="55961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工程</a:t>
            </a:r>
            <a:endParaRPr kumimoji="1" lang="en-US" altLang="ja-JP" sz="44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kumimoji="1" lang="en-US" altLang="ja-JP" sz="2800" dirty="0"/>
          </a:p>
          <a:p>
            <a:r>
              <a:rPr kumimoji="1" lang="ja-JP" altLang="en-US" sz="2800" dirty="0"/>
              <a:t>合計</a:t>
            </a:r>
            <a:r>
              <a:rPr kumimoji="1" lang="en-US" altLang="ja-JP" sz="2800" dirty="0"/>
              <a:t>5</a:t>
            </a:r>
            <a:r>
              <a:rPr kumimoji="1" lang="ja-JP" altLang="en-US" sz="2800" dirty="0"/>
              <a:t>ページ作る。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47DAB7-DABD-B163-7A24-601E5A53480C}"/>
              </a:ext>
            </a:extLst>
          </p:cNvPr>
          <p:cNvSpPr txBox="1"/>
          <p:nvPr/>
        </p:nvSpPr>
        <p:spPr>
          <a:xfrm>
            <a:off x="5276850" y="2148339"/>
            <a:ext cx="59055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HTML</a:t>
            </a:r>
            <a:r>
              <a:rPr kumimoji="1" lang="ja-JP" altLang="en-US" sz="2800" dirty="0"/>
              <a:t>で</a:t>
            </a:r>
            <a:r>
              <a:rPr lang="ja-JP" altLang="en-US" sz="2800" dirty="0"/>
              <a:t>ページの文章構造や情報を配置</a:t>
            </a:r>
            <a:r>
              <a:rPr lang="en-US" altLang="ja-JP" sz="2800" dirty="0"/>
              <a:t>(</a:t>
            </a:r>
            <a:r>
              <a:rPr lang="ja-JP" altLang="en-US" sz="2800" dirty="0"/>
              <a:t>骨組み</a:t>
            </a:r>
            <a:r>
              <a:rPr lang="en-US" altLang="ja-JP" sz="2800" dirty="0"/>
              <a:t>)</a:t>
            </a:r>
            <a:r>
              <a:rPr lang="ja-JP" altLang="en-US" sz="2800" dirty="0"/>
              <a:t>を作り、</a:t>
            </a:r>
            <a:endParaRPr lang="en-US" altLang="ja-JP" sz="2800" dirty="0"/>
          </a:p>
          <a:p>
            <a:r>
              <a:rPr kumimoji="1" lang="en-US" altLang="ja-JP" sz="2800" dirty="0"/>
              <a:t>CSS</a:t>
            </a:r>
            <a:r>
              <a:rPr kumimoji="1" lang="ja-JP" altLang="en-US" sz="2800" dirty="0"/>
              <a:t>で</a:t>
            </a:r>
            <a:r>
              <a:rPr lang="ja-JP" altLang="en-US" sz="2800" dirty="0"/>
              <a:t>色、フォント、背景、レイアウトなどを装飾する。</a:t>
            </a:r>
            <a:endParaRPr kumimoji="1" lang="ja-JP" altLang="en-US" sz="2800" dirty="0"/>
          </a:p>
        </p:txBody>
      </p:sp>
      <p:pic>
        <p:nvPicPr>
          <p:cNvPr id="4" name="図 3" descr="ダイアグラム, 設計図">
            <a:extLst>
              <a:ext uri="{FF2B5EF4-FFF2-40B4-BE49-F238E27FC236}">
                <a16:creationId xmlns:a16="http://schemas.microsoft.com/office/drawing/2014/main" id="{615EA78C-E9F4-6498-EB3F-DA1FB3146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393" y="240884"/>
            <a:ext cx="4250817" cy="6376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730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672ABA5-8053-45BA-D8D0-5C6689F7DE93}"/>
              </a:ext>
            </a:extLst>
          </p:cNvPr>
          <p:cNvSpPr txBox="1"/>
          <p:nvPr/>
        </p:nvSpPr>
        <p:spPr>
          <a:xfrm>
            <a:off x="3530597" y="1206784"/>
            <a:ext cx="51308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1" i="0" u="none" strike="noStrike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rbel" panose="020B0503020204020204" pitchFamily="34" charset="0"/>
              </a:rPr>
              <a:t>制作・研究方法</a:t>
            </a:r>
            <a:endParaRPr lang="ja-JP" altLang="en-US" sz="54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None/>
            </a:pPr>
            <a:br>
              <a:rPr lang="ja-JP" altLang="en-US" dirty="0"/>
            </a:br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EFE09B8-9FEA-FFDD-A3F1-AB48BDC4B6F6}"/>
              </a:ext>
            </a:extLst>
          </p:cNvPr>
          <p:cNvSpPr/>
          <p:nvPr/>
        </p:nvSpPr>
        <p:spPr>
          <a:xfrm>
            <a:off x="3180565" y="2780008"/>
            <a:ext cx="5830867" cy="23225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F8D4984-3F00-0B4C-B94F-3B52E2C929AF}"/>
              </a:ext>
            </a:extLst>
          </p:cNvPr>
          <p:cNvSpPr txBox="1"/>
          <p:nvPr/>
        </p:nvSpPr>
        <p:spPr>
          <a:xfrm>
            <a:off x="3224741" y="2971800"/>
            <a:ext cx="574251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  撮影機材　    スマホ</a:t>
            </a:r>
            <a:endParaRPr kumimoji="1" lang="en-US" altLang="ja-JP" sz="4000" dirty="0"/>
          </a:p>
          <a:p>
            <a:endParaRPr kumimoji="1" lang="en-US" altLang="ja-JP" sz="4000" dirty="0"/>
          </a:p>
          <a:p>
            <a:r>
              <a:rPr kumimoji="1" lang="ja-JP" altLang="en-US" sz="4000" dirty="0"/>
              <a:t>使用ソフト　</a:t>
            </a:r>
            <a:r>
              <a:rPr kumimoji="1" lang="en-US" altLang="ja-JP" sz="4000" dirty="0"/>
              <a:t>HTML,CSS</a:t>
            </a: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479BC29B-647F-7821-FD23-79F41EB84AF0}"/>
              </a:ext>
            </a:extLst>
          </p:cNvPr>
          <p:cNvCxnSpPr>
            <a:stCxn id="12" idx="0"/>
            <a:endCxn id="12" idx="2"/>
          </p:cNvCxnSpPr>
          <p:nvPr/>
        </p:nvCxnSpPr>
        <p:spPr>
          <a:xfrm>
            <a:off x="6095999" y="2780008"/>
            <a:ext cx="0" cy="23225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ED7A907E-E798-3024-0B07-0AE52382D5C8}"/>
              </a:ext>
            </a:extLst>
          </p:cNvPr>
          <p:cNvCxnSpPr>
            <a:stCxn id="12" idx="1"/>
          </p:cNvCxnSpPr>
          <p:nvPr/>
        </p:nvCxnSpPr>
        <p:spPr>
          <a:xfrm>
            <a:off x="3180565" y="3941296"/>
            <a:ext cx="583086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4675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シャボン">
  <a:themeElements>
    <a:clrScheme name="シャボン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シャボン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シャボン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TM03457510[[fn=シャボン]]</Template>
  <TotalTime>508</TotalTime>
  <Words>195</Words>
  <Application>Microsoft Office PowerPoint</Application>
  <PresentationFormat>ワイド画面</PresentationFormat>
  <Paragraphs>22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HGS教科書体</vt:lpstr>
      <vt:lpstr>Noto Serif JP Black</vt:lpstr>
      <vt:lpstr>Arial</vt:lpstr>
      <vt:lpstr>Century Gothic</vt:lpstr>
      <vt:lpstr>Corbel</vt:lpstr>
      <vt:lpstr>Garamond</vt:lpstr>
      <vt:lpstr>シャボン</vt:lpstr>
      <vt:lpstr>卒業制作中間発表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古賀　匠</dc:creator>
  <cp:lastModifiedBy>古賀　匠</cp:lastModifiedBy>
  <cp:revision>5</cp:revision>
  <dcterms:created xsi:type="dcterms:W3CDTF">2026-07-02T00:27:29Z</dcterms:created>
  <dcterms:modified xsi:type="dcterms:W3CDTF">2026-07-06T05:58:05Z</dcterms:modified>
</cp:coreProperties>
</file>