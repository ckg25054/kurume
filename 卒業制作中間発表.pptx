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61" r:id="rId2"/>
    <p:sldId id="257" r:id="rId3"/>
    <p:sldId id="258" r:id="rId4"/>
    <p:sldId id="265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766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45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261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63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78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95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71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kumimoji="1" lang="ja-JP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668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900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89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90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5A3473F-CB22-4ECF-829A-4C90F8B7E72D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024481-47C1-4DA1-833E-209582D634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692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BD2649-7089-2116-D742-C209FA2BE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506" y="914399"/>
            <a:ext cx="9678988" cy="3673474"/>
          </a:xfrm>
        </p:spPr>
        <p:txBody>
          <a:bodyPr>
            <a:normAutofit/>
          </a:bodyPr>
          <a:lstStyle/>
          <a:p>
            <a:r>
              <a:rPr lang="ja-JP" altLang="en-US" sz="6600" b="1" dirty="0">
                <a:solidFill>
                  <a:schemeClr val="tx2"/>
                </a:solidFill>
                <a:latin typeface="Noto Serif JP Black" panose="02020200000000000000" pitchFamily="18" charset="-128"/>
                <a:ea typeface="Noto Serif JP Black" panose="02020200000000000000" pitchFamily="18" charset="-128"/>
              </a:rPr>
              <a:t>卒業制作中間発表</a:t>
            </a:r>
            <a:endParaRPr kumimoji="1" lang="ja-JP" altLang="en-US" sz="6600" b="1" dirty="0">
              <a:solidFill>
                <a:schemeClr val="tx2"/>
              </a:solidFill>
              <a:latin typeface="Noto Serif JP Black" panose="02020200000000000000" pitchFamily="18" charset="-128"/>
              <a:ea typeface="Noto Serif JP Black" panose="02020200000000000000" pitchFamily="18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CF4C8A-823B-06CA-67FA-229998CF8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3796" y="4016372"/>
            <a:ext cx="5124407" cy="1143002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6000" b="1" dirty="0">
                <a:solidFill>
                  <a:schemeClr val="tx1">
                    <a:alpha val="80000"/>
                  </a:schemeClr>
                </a:solidFill>
                <a:latin typeface="HGS教科書体" panose="02020600000000000000" pitchFamily="18" charset="-128"/>
                <a:ea typeface="HGS教科書体" panose="02020600000000000000" pitchFamily="18" charset="-128"/>
              </a:rPr>
              <a:t>25054</a:t>
            </a:r>
            <a:r>
              <a:rPr kumimoji="1" lang="ja-JP" altLang="en-US" sz="6000" b="1" dirty="0">
                <a:solidFill>
                  <a:schemeClr val="tx1">
                    <a:alpha val="80000"/>
                  </a:schemeClr>
                </a:solidFill>
                <a:latin typeface="HGS教科書体" panose="02020600000000000000" pitchFamily="18" charset="-128"/>
                <a:ea typeface="HGS教科書体" panose="02020600000000000000" pitchFamily="18" charset="-128"/>
              </a:rPr>
              <a:t>　古賀匠</a:t>
            </a:r>
          </a:p>
        </p:txBody>
      </p:sp>
    </p:spTree>
    <p:extLst>
      <p:ext uri="{BB962C8B-B14F-4D97-AF65-F5344CB8AC3E}">
        <p14:creationId xmlns:p14="http://schemas.microsoft.com/office/powerpoint/2010/main" val="2111666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テキスト, 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80E32B7-DE09-0133-C2C2-D14A78C3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/>
          <a:stretch/>
        </p:blipFill>
        <p:spPr>
          <a:xfrm>
            <a:off x="1094232" y="467297"/>
            <a:ext cx="10003535" cy="1356464"/>
          </a:xfrm>
          <a:prstGeom prst="rect">
            <a:avLst/>
          </a:prstGeom>
        </p:spPr>
      </p:pic>
      <p:pic>
        <p:nvPicPr>
          <p:cNvPr id="10" name="図 9" descr="テキスト">
            <a:extLst>
              <a:ext uri="{FF2B5EF4-FFF2-40B4-BE49-F238E27FC236}">
                <a16:creationId xmlns:a16="http://schemas.microsoft.com/office/drawing/2014/main" id="{D01CADEB-9CB9-3D4A-8926-07368D0B7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33" y="1860337"/>
            <a:ext cx="10003535" cy="461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1EA411D-6E28-4C57-A156-E765F96C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AD0080-888B-4F99-9CB6-DAD522FC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F13B21C-9EAE-4AEE-99C4-07E169E7B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図 5" descr="テキスト, 手紙">
            <a:extLst>
              <a:ext uri="{FF2B5EF4-FFF2-40B4-BE49-F238E27FC236}">
                <a16:creationId xmlns:a16="http://schemas.microsoft.com/office/drawing/2014/main" id="{006EF07D-0246-BF5F-9F6C-800BBF669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04" y="803063"/>
            <a:ext cx="3610663" cy="5251874"/>
          </a:xfrm>
          <a:prstGeom prst="rect">
            <a:avLst/>
          </a:prstGeom>
        </p:spPr>
      </p:pic>
      <p:pic>
        <p:nvPicPr>
          <p:cNvPr id="8" name="図 7" descr="テキスト, 手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2673732-686F-AE4B-3D60-4B808CA07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953" y="1567323"/>
            <a:ext cx="3697224" cy="372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9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Web サイト">
            <a:extLst>
              <a:ext uri="{FF2B5EF4-FFF2-40B4-BE49-F238E27FC236}">
                <a16:creationId xmlns:a16="http://schemas.microsoft.com/office/drawing/2014/main" id="{56928F0D-9E34-59BD-FE7F-B7211BF67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5" y="232034"/>
            <a:ext cx="4270543" cy="640581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97FF504-AA08-694D-2396-AFD415DA45A9}"/>
              </a:ext>
            </a:extLst>
          </p:cNvPr>
          <p:cNvSpPr txBox="1"/>
          <p:nvPr/>
        </p:nvSpPr>
        <p:spPr>
          <a:xfrm>
            <a:off x="5276850" y="2103120"/>
            <a:ext cx="590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ページのヘッダーを最初に作り、どのページにも使える基盤を作る。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17A711-5FC6-1675-3783-665B61F249E3}"/>
              </a:ext>
            </a:extLst>
          </p:cNvPr>
          <p:cNvSpPr txBox="1"/>
          <p:nvPr/>
        </p:nvSpPr>
        <p:spPr>
          <a:xfrm>
            <a:off x="5276850" y="3105834"/>
            <a:ext cx="590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自分が撮った写真などを貼り付けて、各ページごとに文字で説明する。</a:t>
            </a:r>
            <a:endParaRPr kumimoji="1"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741F1A-FC0F-2423-078B-3F8E880F387B}"/>
              </a:ext>
            </a:extLst>
          </p:cNvPr>
          <p:cNvSpPr txBox="1"/>
          <p:nvPr/>
        </p:nvSpPr>
        <p:spPr>
          <a:xfrm>
            <a:off x="5367528" y="694944"/>
            <a:ext cx="559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合計</a:t>
            </a:r>
            <a:r>
              <a:rPr kumimoji="1" lang="en-US" altLang="ja-JP" dirty="0"/>
              <a:t>5</a:t>
            </a:r>
            <a:r>
              <a:rPr kumimoji="1" lang="ja-JP" altLang="en-US" dirty="0"/>
              <a:t>ページ作る</a:t>
            </a:r>
          </a:p>
        </p:txBody>
      </p:sp>
    </p:spTree>
    <p:extLst>
      <p:ext uri="{BB962C8B-B14F-4D97-AF65-F5344CB8AC3E}">
        <p14:creationId xmlns:p14="http://schemas.microsoft.com/office/powerpoint/2010/main" val="294573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3954-5FE6-B954-CD29-2FD24889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23E0849-36CC-3402-7477-3B9F2768B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8" y="1003797"/>
            <a:ext cx="10985664" cy="1130358"/>
          </a:xfrm>
          <a:prstGeom prst="rect">
            <a:avLst/>
          </a:prstGeom>
        </p:spPr>
      </p:pic>
      <p:pic>
        <p:nvPicPr>
          <p:cNvPr id="6" name="図 5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14F622A3-7217-0EC7-A765-B1F7DA1CB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69" y="2134155"/>
            <a:ext cx="10985663" cy="387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2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29841-D2B9-8A64-4EA0-7BA156B4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20D051-EE52-3920-5F72-8EBE078C7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467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シャボン">
  <a:themeElements>
    <a:clrScheme name="シャボン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シャボン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シャボン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TM03457510[[fn=シャボン]]</Template>
  <TotalTime>268</TotalTime>
  <Words>44</Words>
  <Application>Microsoft Office PowerPoint</Application>
  <PresentationFormat>ワイド画面</PresentationFormat>
  <Paragraphs>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HGS教科書体</vt:lpstr>
      <vt:lpstr>Noto Serif JP Black</vt:lpstr>
      <vt:lpstr>Century Gothic</vt:lpstr>
      <vt:lpstr>Garamond</vt:lpstr>
      <vt:lpstr>シャボン</vt:lpstr>
      <vt:lpstr>卒業制作中間発表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古賀　匠</dc:creator>
  <cp:lastModifiedBy>古賀　匠</cp:lastModifiedBy>
  <cp:revision>4</cp:revision>
  <dcterms:created xsi:type="dcterms:W3CDTF">2026-07-02T00:27:29Z</dcterms:created>
  <dcterms:modified xsi:type="dcterms:W3CDTF">2026-07-03T03:19:26Z</dcterms:modified>
</cp:coreProperties>
</file>